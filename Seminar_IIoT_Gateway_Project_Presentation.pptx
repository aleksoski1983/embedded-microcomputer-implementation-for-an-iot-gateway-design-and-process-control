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246888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Embedded Microcomputer Implementation
for an IoT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D6E8F7"/>
                </a:solidFill>
              </a:rPr>
              <a:t>Seminar Presentation  ·  Raspberry Pi 5 IIoT Gateway + Pico W + Siemens S7-1500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18288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Raspberry Pi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4572000"/>
            <a:ext cx="18288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4572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Pico W (C/lwIP)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4572000"/>
            <a:ext cx="18288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4572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Siemens S7-1500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572000"/>
            <a:ext cx="182880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572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MQTT / OPC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17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E8F7"/>
                </a:solidFill>
              </a:rPr>
              <a:t>GitHub: Aleksoski1983 / Embedded-microcomputer-implementation-for-an-IoT-Gateway-design-and-process-control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What we will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Problem Statement &amp; 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1430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188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Project Objectives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09928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70992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7556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System Architecture &amp; Data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09928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0992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17556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Hardware Components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276856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27685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3225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Gateway Software Stack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276856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27685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32257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Pico W Sensor Node – Code Deep-dive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843784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84378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8895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Key Features Delivered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2843784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284378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8895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Use Cases  (HVAC · Energy · Remote Sensing)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410712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341071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4564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Deployment &amp; Validation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410712"/>
            <a:ext cx="41148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341071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34564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</a:rPr>
              <a:t>Challenges, Future Work &amp; Conclusion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Problem Statement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97280"/>
            <a:ext cx="4206240" cy="5303520"/>
          </a:xfrm>
          <a:prstGeom prst="rect">
            <a:avLst/>
          </a:prstGeom>
          <a:solidFill>
            <a:srgbClr val="FFEBEB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143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⚠  Pain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Legacy PLCs (e.g. Siemens S7-1500) speak OPC UA — cloud platforms speak MQTT/REST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945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Wireless edge sensors add another protocol island (Pico W / lwIP MQTT)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803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No unified real-time dashboard to correlate PLC, wireless, and historical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661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Proprietary solutions are expensive; open-source stacks need integration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206240" cy="530352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✔  Project Goals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5087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Bridge OT ↔ IT without replacing existing 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Single-board gateway: low cost, low power, maintainable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8803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Open protocols: MQTT, OPC UA, PostgreSQL, Grafana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56616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• Reproducible: all config &amp; code in GitHub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Project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4300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🖥 IIoT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1848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Raspberry Pi 5 as central broker, database host, and OPC UA server/client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4300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📡 Wireless Sensors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1848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Pico W nodes with DHT22 + OLED, firmware in C (lwIP MQTT), flash-persisted 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78892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880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🏭 PLC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6440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OPC UA client → Siemens S7-1500 at opc.tcp://10.210.76.161:4840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78892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8803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🔁 Protocol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26440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MQTT topics mapped to OPC UA variables via PostgreSQL mapping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43484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526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📊 Monitoring &amp; Viz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91032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Grafana dashboards fed by PostgreSQL; Flask Web UI for live 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4434840"/>
            <a:ext cx="4206240" cy="150876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526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📦 Production-ready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910328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systemd service, virtual-env, requirements.txt, install.sh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End-to-end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554480" cy="50292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Pico W Node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C / lwIP  DHT22+OLED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097280"/>
            <a:ext cx="1554480" cy="50292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097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Siemens S7-1500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371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OPC UA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55448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40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Mosquitto Broker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MQTT :1883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240280"/>
            <a:ext cx="155448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2240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OPC UA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514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opcua Python lib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2240280"/>
            <a:ext cx="155448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240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Gateway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514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Flask REST +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240280"/>
            <a:ext cx="155448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2402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1460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Time-series 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3429000"/>
            <a:ext cx="1554480" cy="50292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3429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Grafana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703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Dashboard &amp; alerts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429000"/>
            <a:ext cx="1554480" cy="50292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3429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Flask Web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70332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Variable browser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34440.0" y="1600200"/>
            <a:ext cx="0.0" cy="64008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063240.0" y="1600200"/>
            <a:ext cx="1188720.0" cy="64008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11680" y="2491740.0"/>
            <a:ext cx="2103120" cy="0.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840480" y="2491740.0"/>
            <a:ext cx="274320" cy="0.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669280" y="2491740.0"/>
            <a:ext cx="457200" cy="0.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4892040.0" y="2743200"/>
            <a:ext cx="2011680.0" cy="68580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892040.0" y="2743200"/>
            <a:ext cx="0.0" cy="68580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03720.0" y="2743200"/>
            <a:ext cx="0.0" cy="68580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65760" y="420624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</a:rPr>
              <a:t>Data flow:  Pico W (MQTT) ──► Mosquitto ──► Gateway ──► PostgreSQL ──► Grafana / Web 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8503920" cy="21031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4599432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# app/config.py  (key endpoints)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4773168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MQTT_BROKER            = 'localhost'          # Mosquitto on RPi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4946904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MQTT_PORT              = 1883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5120640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OPCUA_SERVER_ENDPOINT  = 'opc.tcp://0.0.0.0:4840/iiot/gateway/'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5294376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OPCUA_CLIENT_ENDPOINT  = 'opc.tcp://10.210.76.161:4840'   # S7-1500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5468112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POSTGRES_DB            = 'iiot_gateway'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5641848"/>
            <a:ext cx="828446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GRAFANA_URL            = 'http://localhost:3000'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Hardware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43000"/>
            <a:ext cx="4206240" cy="2331720"/>
          </a:xfrm>
          <a:prstGeom prst="rect">
            <a:avLst/>
          </a:prstGeom>
          <a:solidFill>
            <a:srgbClr val="D6E8F7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420624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Raspberry Pi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184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ARM Cortex-A76 quad-core 2.4 GHz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082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4 / 8 GB LPDDR4X 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2316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Runs: Flask, Mosquitto, PostgreSQL, Grafana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8254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Gigabit Ethernet + USB 3.0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143000"/>
            <a:ext cx="4206240" cy="2331720"/>
          </a:xfrm>
          <a:prstGeom prst="rect">
            <a:avLst/>
          </a:prstGeom>
          <a:solidFill>
            <a:srgbClr val="D6E8F7"/>
          </a:solidFill>
          <a:ln w="254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143000"/>
            <a:ext cx="4206240" cy="38404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Raspberry Pi Pico 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6184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RP2040 dual-core 133 MHz + CYW43439 Wi-Fi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02082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DHT22 on GPIO (temp + humidity, 1-Wire)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42316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OLED display 128×64 (SSD1306 via I²C)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82549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Flash-persisted config via AP captive portal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11880"/>
            <a:ext cx="4206240" cy="2331720"/>
          </a:xfrm>
          <a:prstGeom prst="rect">
            <a:avLst/>
          </a:prstGeom>
          <a:solidFill>
            <a:srgbClr val="D6E8F7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611880"/>
            <a:ext cx="4206240" cy="38404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657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Siemens S7-1500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0873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Industrial PLC – OPC UA server on port 4840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97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HVAC simulation project in TIA Portal V17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9204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Namespace: Siemens.S7.OPC-UA.Provider.v2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2943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Endpoint: opc.tcp://10.210.76.161:4840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611880"/>
            <a:ext cx="4206240" cy="2331720"/>
          </a:xfrm>
          <a:prstGeom prst="rect">
            <a:avLst/>
          </a:prstGeom>
          <a:solidFill>
            <a:srgbClr val="D6E8F7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3611880"/>
            <a:ext cx="420624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3657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Network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40873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Mosquitto 2.x – MQTT broker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4897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PostgreSQL 14+ – time-series 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489204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Grafana 10 – dashboards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52943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Fritzing schematics included in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Gateway Software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Python 3.9+ on Raspberry Pi 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1371600" cy="47548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9728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097280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117043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Flask 3.0 + Jinja2 + SocketIO  ·  Grafana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27632"/>
            <a:ext cx="1371600" cy="4754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27632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27632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1700784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Flask REST API  ·  /api/data  /api/mqtt  /api/opcua  routes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2157984"/>
            <a:ext cx="1371600" cy="47548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2157984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00200" y="2157984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2231136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mqtt_service.py  ·  opcua_client_service.py  ·  database_service.py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2688336"/>
            <a:ext cx="1371600" cy="4754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268833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Protocols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2688336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2761488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paho-mqtt 1.6.1  ·  opcua 0.98.13 (synchronous)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3218688"/>
            <a:ext cx="1371600" cy="475488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321868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218688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3291840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psycopg2  →  PostgreSQL  (sensor_data, opcua_monitored_variables, mqtt_opcua_mappings)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749040"/>
            <a:ext cx="1371600" cy="47548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74904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Infrastructure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749040"/>
            <a:ext cx="7315200" cy="47548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91640" y="382219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Mosquitto broker  ·  systemd iiot-gateway.service  ·  gunicorn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" y="44165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requirements.txt (excerpt from repo)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4718304"/>
            <a:ext cx="868680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479145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Flask==3.0.0   flask-socketio==5.3.6   paho-mqtt==1.6.1   opcua==0.98.13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" y="496519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psycopg2-binary==2.9.9   gunicorn==21.2.0   gevent==24.2.1   python-dotenv==1.0.0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Pico W Sensor Node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Firmware in C using Raspberry Pi Pico SDK + lwIP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DHT22 temperature/humidity acquisition every 5 s (1-Wire driver in dht22.c)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18488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6420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MQTT publish via lwIP mqtt_client_connect()  – JSON payload to configurable topic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93976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13969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OLED status display (SSD1306 128×64, I²C GPIO 0/1) – SSID, IP, temp, humidity, MQTT 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569464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61518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Local HTTP dashboard (httpd_init) + JSON API server on port 8080 (api_server.c)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044952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Flash-persistent config: SSID, password, static IP, MQTT broker IP &amp; topic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520440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AP captive-portal setup mode (GPIO held low) – no compile-time credentials needed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995928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Automatic MQTT reconnect loop with 30 s back-off on error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471416"/>
            <a:ext cx="8686800" cy="41148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51713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▸ Watchdog-based restart support from web interface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Pico W – Code Example: Sensor Read &amp; MQTT Publish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Source: Pico_W_WiFi_sensor/main.c  +  mqtt_client.c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07899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1 · Sensor reading loop (main.c – every 5 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8686800" cy="14173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44475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if (now - last_sensor_read &gt;= SENSOR_READ_INTERVAL_MS) {   // 5000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61848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if (dht22_read(DHT22_PIN, &amp;sensor_data))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79222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if (cfg-&gt;mqtt_enabled &amp;&amp; mqtt_is_connected())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196596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mqtt_publish_sensor_data(sensor_data.temperature,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13969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                         sensor_data.humidity);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31343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48716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66090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last_sensor_read = now;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3464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28803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2 · MQTT publish function (mqtt_client.c) – JSON payload, QoS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182112"/>
            <a:ext cx="8686800" cy="160020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325526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bool mqtt_publish_sensor_data(float temperature, float humidity) {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342900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char payload[128];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360273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snprintf(payload, sizeof(payload),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377647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 "{\"temperature\":%.1f,\"humidity\":%.1f}",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" y="395020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 temperature, humidity);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12394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err_t err = mqtt_publish(mqtt_client, current_config.topic,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429768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                 payload, len, 0, 0,   // QoS=0, retain=false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" y="447141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                         mqtt_publish_cb, NULL);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" y="464515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return (err == ERR_OK);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" y="481888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489204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3 · Resulting MQTT message on broker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5166360"/>
            <a:ext cx="868680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523951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Topic: "DHT22"          Payload: {"temperature":23.4,"humidity":58.7}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Key Features Delivered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4300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🔁 MQTT → OPC UA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645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Topics received by mqtt_service.py are mapped to OPC UA node IDs
via mqtt_opcua_mappings table in PostgreSQL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4300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234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🌐 REST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459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/api/data  /api/mqtt  /api/opcua  endpoints served by Flask
for external integration and dashboard live-feed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88036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971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📋 Web Variable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Browse and configure OPC UA nodes from Flask UI;
toggle store-to-PostgreSQL per variable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88036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718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📈 Grafana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38328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4 pre-built dashboards: HVAC System, Energy &amp; Costs,
Power Monitoring, Pico W WiFi Sensor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461772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709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🏥 Real-time Status Monitor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12064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Live status cards for MQTT broker, OPC UA client,
and PostgreSQL – updated via SocketIO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4617720"/>
            <a:ext cx="4206240" cy="160020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70916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📝 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512064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All events (connects, publishes, errors) stored in
PostgreSQL and surfaced in /logs 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MQTT ↔ OPC UA Bridge – Database-Driven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Source: database_service.py  +  PostgreSQL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07899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PostgreSQL mapping table (mqtt_opcua_mappings)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8686800" cy="146304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44475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CREATE TABLE mqtt_opcua_mappings 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61848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id            SERIAL PRIMARY KEY,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79222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mqtt_topic    VARCHAR(255) NOT NULL,   -- e.g. 'DHT22'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196596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opcua_node_id VARCHAR(255) NOT NULL,   -- e.g. 'ns=2;s=MQTT.Temperature'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13969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opcua_browse_name VARCHAR(255) NOT NULL,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31343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field_name    VARCHAR(100),            -- JSON key inside 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48716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enabled       BOOLEAN DEFAULT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66090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294436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sensor_data time-series table (PostgreSQL)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246120"/>
            <a:ext cx="8686800" cy="128016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331927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CREATE TABLE sensor_data (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349300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id          BIGSERIAL PRIMARY KEY,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366674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timestamp   TIMESTAMP WITH TIME ZONE NOT NULL,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384048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measurement VARCHAR(255) NOT NULL,    -- e.g. 'DHT22'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401421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field_name  VARCHAR(255) NOT NULL,    -- 'temperature' | 'humidity'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" y="418795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field_value DOUBLE PRECISION,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36168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    source      VARCHAR(255)              -- 'mqtt' | 'opcua'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453542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);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" y="46451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Flow: MQTT message → mqtt_service.py → parse JSON → insert sensor_data + update OPC UA node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4956048"/>
            <a:ext cx="86868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502920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# mqtt_service.py  on_message callback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" y="520293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payload = json.loads(msg.payload)          # {'temperature': 23.4, 'humidity': 58.7}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" y="537667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db_service.store_sensor_data(topic, field, value)   # → sensor_data 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" y="555040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opcua_update_callback(topic, field, value)          # → OPC UA variable node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Real-world scenarios enabled by this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97280"/>
            <a:ext cx="2743200" cy="5394960"/>
          </a:xfrm>
          <a:prstGeom prst="rect">
            <a:avLst/>
          </a:prstGeom>
          <a:solidFill>
            <a:srgbClr val="D6E8F7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97280"/>
            <a:ext cx="274320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" y="11521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🏭  HVAC System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4592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TIA Portal V17 simulation project included in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468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S7-1500 OPC UA exposes supply-air temp, fan speed, valve positions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32918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Gateway client reads variables every 1 s and writes to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1480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Grafana 'HVAC System' dashboard shows real-time + trend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93776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Alarm on temperature deviation → Grafana alerting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6392" y="1097280"/>
            <a:ext cx="2743200" cy="5394960"/>
          </a:xfrm>
          <a:prstGeom prst="rect">
            <a:avLst/>
          </a:prstGeom>
          <a:solidFill>
            <a:srgbClr val="D6E8F7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36392" y="1097280"/>
            <a:ext cx="274320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91256" y="11521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 Energy &amp; Cost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164592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'Energy and Costs' Grafana dashboard in repo (PostgreSQL query)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27832" y="2468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Power readings from PLC mapped to energy_kwh measurement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32918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Cost formula applied in Grafana transformation panel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27832" y="411480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Historical energy reports exportable as CSV from Grafana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1097280"/>
            <a:ext cx="2743200" cy="5394960"/>
          </a:xfrm>
          <a:prstGeom prst="rect">
            <a:avLst/>
          </a:prstGeom>
          <a:solidFill>
            <a:srgbClr val="D6E8F7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4184" y="1097280"/>
            <a:ext cx="27432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1521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🌡  Wireless Remote Sensing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164592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Pico W deployed in field; no ethernet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246888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SSID/password set via AP setup page – no firmware recompile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5624" y="329184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DHT22 readings published every 5 s to 'DHT22' MQTT topic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411480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OLED shows live temp/humidity + WiFi+MQTT status icons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35624" y="4937760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▸ Grafana 'Pico W WiFi Sensor' dashboard shows time-series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Deployment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8F7"/>
                </a:solidFill>
              </a:rPr>
              <a:t>Production startup on Raspberry Pi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07899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systemd service (iiot-gateway.service)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71600"/>
            <a:ext cx="4297680" cy="169164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444752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[Unit]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618488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Description=IIoT Gateway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792224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After=network.target mosquitto.service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1965960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2139696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[Service]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2313432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User=pi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487168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WorkingDirectory=/home/pi/iiot-gateway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660904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ExecStart=/home/pi/iiot-gateway/venv/bin/python run.py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34640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Restart=always    RestartSec=10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008376"/>
            <a:ext cx="407822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NoNewPrivileges=true    PrivateTmp=true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0789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Validation tests in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371600"/>
            <a:ext cx="4114800" cy="169164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64608" y="1444752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test_mqtt_features.py              – MQTT publish/subscribe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1618488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test_opcua_connection.py           – OPC UA browse + read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1792224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test_mqtt_json_to_opcua_mapping.py – JSON→node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1965960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test_postgres.py                   – DB read/write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139696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test_monitoring.py                 – Status API endpoints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4608" y="2313432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check_config.py                    – Config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487168"/>
            <a:ext cx="3895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C3E50"/>
                </a:solidFill>
                <a:latin typeface="Courier New"/>
              </a:rPr>
              <a:t>check_variables.py                 – OPC UA node 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318211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install.sh – one-shot setup script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3474720"/>
            <a:ext cx="8686800" cy="9601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54787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# install.sh (repo root)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" y="3721608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sudo apt install mosquitto postgresql grafana -y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" y="389534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python3 -m venv venv &amp;&amp; source venv/bin/activate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" y="406908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pip install -r requirements.txt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" y="424281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python database/init_db.py    # creates tables in PostgreSQL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" y="441655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sudo systemctl enable --now iiot-gateway.service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45262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Grafana – PostgreSQL datasource query example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828032"/>
            <a:ext cx="8686800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4901184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-- Used in 'HVAC System' dashboard panel (Grafana queries/HVAC System-*.json)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" y="5074920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SELECT timestamp AS time, field_value AS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" y="5248656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FROM sensor_data WHERE measurement = 'HVAC' AND field_name = 'supply_temp'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" y="5422392"/>
            <a:ext cx="846734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C3E50"/>
                </a:solidFill>
                <a:latin typeface="Courier New"/>
              </a:rPr>
              <a:t>AND timestamp &gt; NOW() - INTERVAL '1 hour' ORDER BY time;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Challenges &amp;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4300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117957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Heterogeneous protocol bridging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50876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6362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Dedicated mqtt_service.py ↔ opcua_client_service.py
bridge with PostgreSQL mapping table as single source of truth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14300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117957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OPC UA library async vs sync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50876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56362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asyncua dropped; switched to synchronous opcua 0.98.13
with dedicated monitoring thread – stable on RPi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92608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" y="296265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Pico W MQTT keep-alive timeouts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29184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334670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ci.keep_alive reduced 60 → 30 s; 30 s error back-off
before reconnect; TCP port test before connect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92608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96265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Flash config without recompile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29184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34670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AP captive-portal setup mode; config stored in flash
and patched with defaults for missing MQTT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70916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" y="474573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PostgreSQL on embedded hardware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507492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512978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psycopg2 connection pool (1–20 conns); indexed on
timestamp + measurement for fast Grafana queries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4709160"/>
            <a:ext cx="420624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474573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⚡ Production reliability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5074920"/>
            <a:ext cx="4206240" cy="1280160"/>
          </a:xfrm>
          <a:prstGeom prst="rect">
            <a:avLst/>
          </a:prstGeom>
          <a:solidFill>
            <a:srgbClr val="E8F8E8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5129784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✔ systemd Restart=always + PrivateTmp security;
gunicorn + gevent workers for concurrent 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Future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43000"/>
            <a:ext cx="4206240" cy="233172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420624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🔒 Security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" y="161848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TLS on MQTT (port 8883) + mosquitto.conf TLS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2048256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OPC UA security: Basic256Sha256 + SignAndEncrypt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47802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JWT auth for Flask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90779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Secrets in .env file, never in source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143000"/>
            <a:ext cx="4206240" cy="233172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143000"/>
            <a:ext cx="420624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1188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📡 Additional Protocol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61848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Modbus TCP/RTU adapter (RS-485 legacy devices)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048256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BACnet for building automation systems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47802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Multiple Pico W nodes with device registry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90779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LoRa/LoRaWAN for long-range sensing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11880"/>
            <a:ext cx="4206240" cy="233172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611880"/>
            <a:ext cx="420624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" y="3657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🧠 Edge Analytics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408736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Anomaly detection at gateway layer (lightweight ML)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" y="4517136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Sliding-window alerting without cloud round-trip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494690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On-device data compression before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" y="537667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TimescaleDB hypertables for better compression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611880"/>
            <a:ext cx="4206240" cy="2331720"/>
          </a:xfrm>
          <a:prstGeom prst="rect">
            <a:avLst/>
          </a:prstGeom>
          <a:solidFill>
            <a:srgbClr val="D6E8F7"/>
          </a:solidFill>
          <a:ln w="12700">
            <a:solidFill>
              <a:srgbClr val="27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3611880"/>
            <a:ext cx="4206240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36576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🐳 Containerisation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73168" y="4087368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Docker Compose: gateway + Mosquitto + PostgreSQL + Grafana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4517136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ARM64 images for Raspberry Pi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3168" y="4946904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Kubernetes (K3s) for multi-node deployments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5376672"/>
            <a:ext cx="3931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CI/CD pipeline with GitHub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583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F8C8D"/>
                </a:solidFill>
              </a:rPr>
              <a:t>IIoT Gateway – Seminar Presentation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9144000" cy="3200400"/>
          </a:xfrm>
          <a:prstGeom prst="rect">
            <a:avLst/>
          </a:prstGeom>
          <a:solidFill>
            <a:srgbClr val="27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D6E8F7"/>
                </a:solidFill>
              </a:rPr>
              <a:t>Project demonstrates a practical IIoT gateway for process-control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8229600" cy="47548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2996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✔  Bridges Pico W (MQTT/C) + Siemens S7-1500 (OPC UA) on a single Raspberry Pi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8229600" cy="47548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7860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✔  Full open-source stack: Mosquitto · PostgreSQL · Grafana · Flask · opcua · paho-mqtt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63240"/>
            <a:ext cx="8229600" cy="47548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2724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✔  Architecture is modular: add sensors, PLC nodes, or dashboards without core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8229600" cy="475488"/>
          </a:xfrm>
          <a:prstGeom prst="rect">
            <a:avLst/>
          </a:prstGeom>
          <a:solidFill>
            <a:srgbClr val="1A52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675888"/>
            <a:ext cx="7955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✔  All code, firmware, TIA project and Grafana JSON in one public GitHub repository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66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E8F7"/>
                </a:solidFill>
              </a:rPr>
              <a:t>Repository: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86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https://github.com/Aleksoski1983/Embedded-microcomputer-implementation-for-an-IoT-Gateway-design-and-process-control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43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39C12"/>
                </a:solidFill>
              </a:rPr>
              <a:t>Thank you for your attention  ·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